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Impressions 26 vs 27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1000000.0</c:v>
                </c:pt>
                <c:pt idx="1">
                  <c:v>1400000.0</c:v>
                </c:pt>
                <c:pt idx="2">
                  <c:v>3000000.0</c:v>
                </c:pt>
                <c:pt idx="3">
                  <c:v>3300000.0</c:v>
                </c:pt>
                <c:pt idx="4">
                  <c:v>3500000.0</c:v>
                </c:pt>
                <c:pt idx="5">
                  <c:v>4200000.0</c:v>
                </c:pt>
                <c:pt idx="6">
                  <c:v>7000000.0</c:v>
                </c:pt>
                <c:pt idx="7">
                  <c:v>7200000.0</c:v>
                </c:pt>
                <c:pt idx="8">
                  <c:v>7900000.0</c:v>
                </c:pt>
                <c:pt idx="9">
                  <c:v>8200000.0</c:v>
                </c:pt>
                <c:pt idx="10">
                  <c:v>9800000.0</c:v>
                </c:pt>
                <c:pt idx="11">
                  <c:v>11500000.0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2027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1600000.0</c:v>
                </c:pt>
                <c:pt idx="1">
                  <c:v>2240000.0</c:v>
                </c:pt>
                <c:pt idx="2">
                  <c:v>4800000.0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Views 26 vs 27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2000000.0</c:v>
                </c:pt>
                <c:pt idx="1">
                  <c:v>2800000.0</c:v>
                </c:pt>
                <c:pt idx="2">
                  <c:v>6000000.0</c:v>
                </c:pt>
                <c:pt idx="3">
                  <c:v>6600000.0</c:v>
                </c:pt>
                <c:pt idx="4">
                  <c:v>7000000.0</c:v>
                </c:pt>
                <c:pt idx="5">
                  <c:v>8400000.0</c:v>
                </c:pt>
                <c:pt idx="6">
                  <c:v>14000000.0</c:v>
                </c:pt>
                <c:pt idx="7">
                  <c:v>14400000.0</c:v>
                </c:pt>
                <c:pt idx="8">
                  <c:v>15800000.0</c:v>
                </c:pt>
                <c:pt idx="9">
                  <c:v>16400000.0</c:v>
                </c:pt>
                <c:pt idx="10">
                  <c:v>19600000.0</c:v>
                </c:pt>
                <c:pt idx="11">
                  <c:v>23000000.0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2027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3200000.0</c:v>
                </c:pt>
                <c:pt idx="1">
                  <c:v>4480000.0</c:v>
                </c:pt>
                <c:pt idx="2">
                  <c:v>9600000.0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Engagements 26 vs 27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3000000.0</c:v>
                </c:pt>
                <c:pt idx="1">
                  <c:v>4200000.0</c:v>
                </c:pt>
                <c:pt idx="2">
                  <c:v>9000000.0</c:v>
                </c:pt>
                <c:pt idx="3">
                  <c:v>9900000.0</c:v>
                </c:pt>
                <c:pt idx="4">
                  <c:v>10500000.0</c:v>
                </c:pt>
                <c:pt idx="5">
                  <c:v>12600000.0</c:v>
                </c:pt>
                <c:pt idx="6">
                  <c:v>21000000.0</c:v>
                </c:pt>
                <c:pt idx="7">
                  <c:v>21600000.0</c:v>
                </c:pt>
                <c:pt idx="8">
                  <c:v>23700000.0</c:v>
                </c:pt>
                <c:pt idx="9">
                  <c:v>24600000.0</c:v>
                </c:pt>
                <c:pt idx="10">
                  <c:v>29400000.0</c:v>
                </c:pt>
                <c:pt idx="11">
                  <c:v>34500000.0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2027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4800000.0</c:v>
                </c:pt>
                <c:pt idx="1">
                  <c:v>6720000.0</c:v>
                </c:pt>
                <c:pt idx="2">
                  <c:v>14400000.0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Impressions Per Partnership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GOLF</c:v>
                </c:pt>
                <c:pt idx="1">
                  <c:v>TENNIS</c:v>
                </c:pt>
                <c:pt idx="2">
                  <c:v>RUGBY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9800000.0</c:v>
                </c:pt>
                <c:pt idx="1">
                  <c:v>1900000.0</c:v>
                </c:pt>
                <c:pt idx="2">
                  <c:v>700000.0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Views Per Partnership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GOLF</c:v>
                </c:pt>
                <c:pt idx="1">
                  <c:v>TENNIS</c:v>
                </c:pt>
                <c:pt idx="2">
                  <c:v>RUGBY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4100000.0</c:v>
                </c:pt>
                <c:pt idx="1">
                  <c:v>800000.0</c:v>
                </c:pt>
                <c:pt idx="2">
                  <c:v>200000.0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Engagements Per Partnership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GOLF</c:v>
                </c:pt>
                <c:pt idx="1">
                  <c:v>TENNIS</c:v>
                </c:pt>
                <c:pt idx="2">
                  <c:v>RUGBY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330000.0</c:v>
                </c:pt>
                <c:pt idx="1">
                  <c:v>52000.0</c:v>
                </c:pt>
                <c:pt idx="2">
                  <c:v>28000.0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Engagement Rate Per Partnership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GOLF</c:v>
                </c:pt>
                <c:pt idx="1">
                  <c:v>TENNIS</c:v>
                </c:pt>
                <c:pt idx="2">
                  <c:v>RUGBY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3.4</c:v>
                </c:pt>
                <c:pt idx="1">
                  <c:v>2.7</c:v>
                </c:pt>
                <c:pt idx="2">
                  <c:v>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Number of Posts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Blockbuster</c:v>
                </c:pt>
                <c:pt idx="1">
                  <c:v>Partnership Storytelling</c:v>
                </c:pt>
                <c:pt idx="2">
                  <c:v>Insider Pulse</c:v>
                </c:pt>
                <c:pt idx="3">
                  <c:v>Outside Framework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12</c:v>
                </c:pt>
                <c:pt idx="2">
                  <c:v>22</c:v>
                </c:pt>
                <c:pt idx="3">
                  <c:v>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Relationship Id="rId4" Type="http://schemas.openxmlformats.org/officeDocument/2006/relationships/chart" Target="../charts/chart6.xml"/><Relationship Id="rId5" Type="http://schemas.openxmlformats.org/officeDocument/2006/relationships/chart" Target="../charts/char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Sport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Q1 Report 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/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/>
              <a:t>Headline results</a:t>
            </a:r>
          </a:p>
          <a:p>
            <a:r>
              <a:rPr sz="1600" b="0"/>
              <a:t>Top content</a:t>
            </a:r>
          </a:p>
          <a:p>
            <a:r>
              <a:rPr sz="1600" b="0"/>
              <a:t>Year on year</a:t>
            </a:r>
          </a:p>
          <a:p>
            <a:r>
              <a:rPr sz="1600" b="0"/>
              <a:t>Partnerships</a:t>
            </a:r>
          </a:p>
          <a:p>
            <a:r>
              <a:rPr sz="1600" b="0"/>
              <a:t>Learnings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0"/>
            <a:ext cx="62179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914400"/>
            <a:ext cx="8961120" cy="594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3774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/>
              <a:t>Headline Results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Sport – Overall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28016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40 Posts Q1 '27</a:t>
            </a:r>
          </a:p>
          <a:p>
            <a:r>
              <a:rPr sz="1000" b="0"/>
              <a:t>52 Posts Q1 '26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10312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/>
              <a:t>Reach grew on the back of one big moment, which delivered most of the quarter's impressions.</a:t>
            </a:r>
          </a:p>
          <a:p>
            <a:r>
              <a:rPr sz="1100" b="0"/>
              <a:t>Fewer posts went out, but each worked harder than last year.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37160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12.4M Impressions</a:t>
            </a:r>
          </a:p>
          <a:p>
            <a:r>
              <a:rPr sz="1400" b="0"/>
              <a:t>+40% on Q1 2026 (8.9M)</a:t>
            </a:r>
          </a:p>
          <a:p>
            <a:r>
              <a:rPr sz="1400" b="0"/>
              <a:t>+12% on Q1 2025 (11.1M)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37160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5.1M Views</a:t>
            </a:r>
          </a:p>
          <a:p>
            <a:r>
              <a:rPr sz="1400" b="0"/>
              <a:t>+22% on Q1 2026 (4.2M)</a:t>
            </a:r>
          </a:p>
          <a:p>
            <a:r>
              <a:rPr sz="1400" b="0"/>
              <a:t>+60% on Q1 2025 (3.2M)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356616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410K Engagements</a:t>
            </a:r>
          </a:p>
          <a:p>
            <a:r>
              <a:rPr sz="1400" b="0"/>
              <a:t>+8% on Q1 2026 (380K)</a:t>
            </a:r>
          </a:p>
          <a:p>
            <a:r>
              <a:rPr sz="1400" b="0"/>
              <a:t>-5% on Q1 2025 (431K)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356616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3.3% Engagement Rate</a:t>
            </a:r>
          </a:p>
          <a:p>
            <a:r>
              <a:rPr sz="1400" b="0"/>
              <a:t>-23% on Q1 2026 (4.3%)</a:t>
            </a:r>
          </a:p>
          <a:p>
            <a:r>
              <a:rPr sz="1400" b="0"/>
              <a:t>-15% on Q1 2025 (3.9%)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Sport – top performing content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2743200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297680"/>
            <a:ext cx="3291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/>
              <a:t>Tournament – Range session film (Instagram)</a:t>
            </a:r>
          </a:p>
          <a:p>
            <a:r>
              <a:rPr sz="1000" b="0"/>
              <a:t>Short description of the post and why it worked.</a:t>
            </a:r>
          </a:p>
          <a:p>
            <a:r>
              <a:rPr sz="1000" b="0"/>
              <a:t>Key Results</a:t>
            </a:r>
          </a:p>
          <a:p>
            <a:r>
              <a:rPr sz="1000" b="0"/>
              <a:t>Impressions: 2,401,220</a:t>
            </a:r>
          </a:p>
          <a:p>
            <a:r>
              <a:rPr sz="1000" b="0"/>
              <a:t>Views: 1,204,118</a:t>
            </a:r>
          </a:p>
          <a:p>
            <a:r>
              <a:rPr sz="1000" b="0"/>
              <a:t>Engagements: 41,200</a:t>
            </a:r>
          </a:p>
          <a:p>
            <a:r>
              <a:rPr sz="1000" b="0"/>
              <a:t>Engagement Rate: 3.4%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371600"/>
            <a:ext cx="27432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0" y="4297680"/>
            <a:ext cx="3291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/>
              <a:t>Tournament – Caddie story (Instagram)</a:t>
            </a:r>
          </a:p>
          <a:p>
            <a:r>
              <a:rPr sz="1000" b="0"/>
              <a:t>Short description of the post and why it worked.</a:t>
            </a:r>
          </a:p>
          <a:p>
            <a:r>
              <a:rPr sz="1000" b="0"/>
              <a:t>Key Results</a:t>
            </a:r>
          </a:p>
          <a:p>
            <a:r>
              <a:rPr sz="1000" b="0"/>
              <a:t>Impressions: 1,880,410</a:t>
            </a:r>
          </a:p>
          <a:p>
            <a:r>
              <a:rPr sz="1000" b="0"/>
              <a:t>Views: 990,320</a:t>
            </a:r>
          </a:p>
          <a:p>
            <a:r>
              <a:rPr sz="1000" b="0"/>
              <a:t>Engagements: 41,200</a:t>
            </a:r>
          </a:p>
          <a:p>
            <a:r>
              <a:rPr sz="1000" b="0"/>
              <a:t>Engagement Rate: 3.4%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371600"/>
            <a:ext cx="2743200" cy="2743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0" y="4297680"/>
            <a:ext cx="3291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/>
              <a:t>Tournament – Fan questions (Instagram)</a:t>
            </a:r>
          </a:p>
          <a:p>
            <a:r>
              <a:rPr sz="1000" b="0"/>
              <a:t>Short description of the post and why it worked.</a:t>
            </a:r>
          </a:p>
          <a:p>
            <a:r>
              <a:rPr sz="1000" b="0"/>
              <a:t>Key Results</a:t>
            </a:r>
          </a:p>
          <a:p>
            <a:r>
              <a:rPr sz="1000" b="0"/>
              <a:t>Impressions: 640,200</a:t>
            </a:r>
          </a:p>
          <a:p>
            <a:r>
              <a:rPr sz="1000" b="0"/>
              <a:t>Views: 402,900</a:t>
            </a:r>
          </a:p>
          <a:p>
            <a:r>
              <a:rPr sz="1000" b="0"/>
              <a:t>Engagements: 41,200</a:t>
            </a:r>
          </a:p>
          <a:p>
            <a:r>
              <a:rPr sz="1000" b="0"/>
              <a:t>Engagement Rate: 3.4%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Sport – how we're tracking YOY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365760" y="1463040"/>
          <a:ext cx="384048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297680" y="1463040"/>
          <a:ext cx="384048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0" y="1463040"/>
          <a:ext cx="3840480" cy="32004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Sport – partnership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28016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Golf – 30 posts, £20,000</a:t>
            </a:r>
          </a:p>
          <a:p>
            <a:r>
              <a:rPr sz="1000" b="0"/>
              <a:t>Tennis – 6 posts, £2,000</a:t>
            </a:r>
          </a:p>
          <a:p>
            <a:r>
              <a:rPr sz="1000" b="0"/>
              <a:t>Rugby – 4 posts, no paid media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37744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/>
              <a:t>Golf carried the quarter, with most of the reach and engagement.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3931920" y="1280160"/>
          <a:ext cx="3931920" cy="2468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046720" y="1280160"/>
          <a:ext cx="3931920" cy="2468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3931920" y="3931920"/>
          <a:ext cx="3931920" cy="24688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8046720" y="3931920"/>
          <a:ext cx="3931920" cy="246888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Sport – Content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3716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/>
              <a:t>The Blockbuster delivered:</a:t>
            </a:r>
          </a:p>
          <a:p>
            <a:r>
              <a:rPr sz="1200" b="0"/>
              <a:t>One piece made up a small share of posts but most of the reach.</a:t>
            </a:r>
          </a:p>
          <a:p>
            <a:r>
              <a:rPr sz="1200" b="0"/>
              <a:t>Outside Framework fell:</a:t>
            </a:r>
          </a:p>
          <a:p>
            <a:r>
              <a:rPr sz="1200" b="0"/>
              <a:t>Only a handful of posts sat outside the framework.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766560" y="1280160"/>
          <a:ext cx="50292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Learnings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/>
              <a:t>Planning around the next event pays off</a:t>
            </a:r>
          </a:p>
          <a:p>
            <a:r>
              <a:rPr sz="1200" b="0"/>
              <a:t>Filming ahead gave the team a finished hero piece before the tournament started, and it became one of the most viewed posts.</a:t>
            </a:r>
          </a:p>
          <a:p>
            <a:r>
              <a:rPr sz="1200" b="0"/>
              <a:t>Collabs should be the default for organic ideas</a:t>
            </a:r>
          </a:p>
          <a:p>
            <a:r>
              <a:rPr sz="1200" b="0"/>
              <a:t>Posts published with a partner reached far more people than those posted alone, at no extra cost.</a:t>
            </a:r>
          </a:p>
          <a:p>
            <a:r>
              <a:rPr sz="1200" b="0"/>
              <a:t>Fewer, better posts work</a:t>
            </a:r>
          </a:p>
          <a:p>
            <a:r>
              <a:rPr sz="1200" b="0"/>
              <a:t>Cutting volume did not hurt the totals, and each post now works harder.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Sport – Demographics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280160"/>
            <a:ext cx="329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/>
              <a:t>Hong Kong performed above average thanks to new targeting.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0" y="1371600"/>
          <a:ext cx="3657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t>Market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% of Views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Hong Kong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UK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India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UAE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